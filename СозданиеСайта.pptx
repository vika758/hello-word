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ppt/_rels/presentation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7.xml.rels" ContentType="application/vnd.openxmlformats-package.relationships+xml"/>
  <Override PartName="/ppt/slideMasters/slideMaster6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7.xml" ContentType="application/vnd.openxmlformats-officedocument.presentationml.slideMaster+xml"/>
  <Override PartName="/ppt/presProps.xml" ContentType="application/vnd.openxmlformats-officedocument.presentationml.presProps+xml"/>
  <Override PartName="/ppt/media/image6.jpeg" ContentType="image/jpeg"/>
  <Override PartName="/ppt/media/image5.jpeg" ContentType="image/jpeg"/>
  <Override PartName="/ppt/media/image4.jpeg" ContentType="image/jpeg"/>
  <Override PartName="/ppt/media/image15.jpeg" ContentType="image/jpeg"/>
  <Override PartName="/ppt/media/image3.jpeg" ContentType="image/jpeg"/>
  <Override PartName="/ppt/media/image14.jpeg" ContentType="image/jpeg"/>
  <Override PartName="/ppt/media/image1.jpeg" ContentType="image/jpeg"/>
  <Override PartName="/ppt/media/image12.jpeg" ContentType="image/jpeg"/>
  <Override PartName="/ppt/media/image10.jpeg" ContentType="image/jpeg"/>
  <Override PartName="/ppt/media/image11.jpeg" ContentType="image/jpeg"/>
  <Override PartName="/ppt/media/image9.jpeg" ContentType="image/jpeg"/>
  <Override PartName="/ppt/media/image8.jpeg" ContentType="image/jpeg"/>
  <Override PartName="/ppt/media/image2.jpeg" ContentType="image/jpeg"/>
  <Override PartName="/ppt/media/image13.jpeg" ContentType="image/jpeg"/>
  <Override PartName="/ppt/media/image7.jpeg" ContentType="image/jpeg"/>
  <Override PartName="/ppt/presentation.xml" ContentType="application/vnd.openxmlformats-officedocument.presentationml.presentation.main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7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14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theme/theme6.xml" ContentType="application/vnd.openxmlformats-officedocument.theme+xml"/>
  <Override PartName="/ppt/theme/theme5.xml" ContentType="application/vnd.openxmlformats-officedocument.theme+xml"/>
  <Override PartName="/ppt/theme/theme4.xml" ContentType="application/vnd.openxmlformats-officedocument.theme+xml"/>
  <Override PartName="/ppt/theme/theme3.xml" ContentType="application/vnd.openxmlformats-officedocument.theme+xml"/>
  <Override PartName="/ppt/theme/theme11.xml" ContentType="application/vnd.openxmlformats-officedocument.theme+xml"/>
  <Override PartName="/ppt/theme/theme8.xml" ContentType="application/vnd.openxmlformats-officedocument.theme+xml"/>
  <Override PartName="/ppt/theme/theme1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2.xml" ContentType="application/vnd.openxmlformats-officedocument.theme+xml"/>
  <Override PartName="/ppt/theme/theme7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8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AEFE795-7679-4C79-9D21-270B241EA48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2B946F2-7E6A-442D-85C7-E05222083BD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C025F5E4-0E1F-4645-ACF4-DE12D15FC33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6C81C401-4F89-4443-B703-5E5FDE5916B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A2DAE6C0-AB25-4A9A-9EC6-15734E0AEC5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936D975C-9176-4556-BF5B-0FABCB06B23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F70FBB99-1E1C-4AFC-B425-0E04224C9B3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AB6C85D0-B292-4551-AAE0-8AAB5068CFE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3694D5ED-848B-456A-9444-7A30932DF74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9EB2295B-36AB-41A8-BCBB-E186038C8A6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CF185A5B-F76E-43CC-B338-2A903C1D424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ru-RU" sz="60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6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 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EEB0DB6-BE40-4FF5-A2AC-87EED5F58F8E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2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Для правки структуры щёлкните мышью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Второй уровень структуры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Третий уровень структуры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Четвёртый уровень структуры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Пятый уровень структуры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Шестой уровень структуры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Седьмой уровень структуры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4FA7194-AEBB-4185-93F2-FBDCEA9CEE9C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DF29954-9E2E-4F91-B49C-B4809EDC2927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5C1F64E-ECAD-4726-A2A0-B8143AF4140E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60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6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Образец текста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CDE3BE2-A31F-4F16-BF51-E132D9A7DD23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59B34B4-3566-4950-8C6A-4E0AD6239215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4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4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D3210C7-0018-4707-8770-8168765D99BE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85F0BEC-E11D-4A37-8C66-B59FA93D437F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2638434-0799-4F27-B834-BADE71F9E985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32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6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AA83102-2035-47AF-9A7C-AC1604EF6427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32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Для правки структуры щёлкните мышью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Второй уровень структуры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Третий уровень структуры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Четвёртый уровень структуры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Пятый уровень структуры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Шестой уровень структуры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Седьмой уровень структуры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6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6FFDA83-5C48-4D8C-8DB0-3A0B3B1AAAED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hyperlink" Target="https://github.com/signup?ref_cta=Sign+up&amp;ref_loc=header+logged+out&amp;ref_page=%2F&amp;source=header-home" TargetMode="Externa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image" Target="../media/image5.jpeg"/><Relationship Id="rId3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image" Target="../media/image7.jpeg"/><Relationship Id="rId3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image" Target="../media/image14.jpeg"/><Relationship Id="rId3" Type="http://schemas.openxmlformats.org/officeDocument/2006/relationships/slideLayout" Target="../slideLayouts/slideLayout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5.jpeg"/><Relationship Id="rId2" Type="http://schemas.openxmlformats.org/officeDocument/2006/relationships/slideLayout" Target="../slideLayouts/slideLayout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ru-RU" sz="6000" spc="-1" strike="noStrike">
                <a:solidFill>
                  <a:schemeClr val="dk1"/>
                </a:solidFill>
                <a:latin typeface="Calibri Light"/>
              </a:rPr>
              <a:t>Создаем свой сайт</a:t>
            </a:r>
            <a:endParaRPr b="0" lang="ru-RU" sz="6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>
              <a:buNone/>
            </a:pP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GitHub - </a:t>
            </a: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бесплатный сервер для сайта во Всемирной паутине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1004040" y="175572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1 Переходим на </a:t>
            </a:r>
            <a:r>
              <a:rPr b="0" lang="en" sz="2800" spc="-1" strike="noStrike" u="sng">
                <a:solidFill>
                  <a:schemeClr val="dk1"/>
                </a:solidFill>
                <a:uFillTx/>
                <a:latin typeface="Calibri"/>
                <a:hlinkClick r:id="rId1"/>
              </a:rPr>
              <a:t>https://github.com/signup?ref_cta=Sign+up&amp;ref_loc=header+logged+out&amp;ref_page=%2F&amp;source=header-home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и вводим свои данные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70" name="Рисунок 4" descr=""/>
          <p:cNvPicPr/>
          <p:nvPr/>
        </p:nvPicPr>
        <p:blipFill>
          <a:blip r:embed="rId2"/>
          <a:stretch/>
        </p:blipFill>
        <p:spPr>
          <a:xfrm>
            <a:off x="389520" y="3635280"/>
            <a:ext cx="5453280" cy="2986200"/>
          </a:xfrm>
          <a:prstGeom prst="rect">
            <a:avLst/>
          </a:prstGeom>
          <a:ln w="0">
            <a:noFill/>
          </a:ln>
        </p:spPr>
      </p:pic>
      <p:sp>
        <p:nvSpPr>
          <p:cNvPr id="71" name="Стрелка вправо 5"/>
          <p:cNvSpPr/>
          <p:nvPr/>
        </p:nvSpPr>
        <p:spPr>
          <a:xfrm>
            <a:off x="6095880" y="4650120"/>
            <a:ext cx="1285920" cy="3675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472c4"/>
          </a:solid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72" name="Рисунок 7" descr=""/>
          <p:cNvPicPr/>
          <p:nvPr/>
        </p:nvPicPr>
        <p:blipFill>
          <a:blip r:embed="rId3"/>
          <a:stretch/>
        </p:blipFill>
        <p:spPr>
          <a:xfrm>
            <a:off x="8557920" y="3362040"/>
            <a:ext cx="2097000" cy="3311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2 Создаем структуру сайта – нажать на 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New repository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74" name="Объект 4" descr=""/>
          <p:cNvPicPr/>
          <p:nvPr/>
        </p:nvPicPr>
        <p:blipFill>
          <a:blip r:embed="rId1"/>
          <a:stretch/>
        </p:blipFill>
        <p:spPr>
          <a:xfrm>
            <a:off x="1339920" y="1773000"/>
            <a:ext cx="8851680" cy="3311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3  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С</a:t>
            </a: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оздать 2 разных репозитория  </a:t>
            </a:r>
            <a:br>
              <a:rPr sz="4400"/>
            </a:b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(нажимать C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reate repository</a:t>
            </a: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)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76" name="Объект 4" descr=""/>
          <p:cNvPicPr/>
          <p:nvPr/>
        </p:nvPicPr>
        <p:blipFill>
          <a:blip r:embed="rId1"/>
          <a:stretch/>
        </p:blipFill>
        <p:spPr>
          <a:xfrm>
            <a:off x="919440" y="1769760"/>
            <a:ext cx="4688280" cy="4350960"/>
          </a:xfrm>
          <a:prstGeom prst="rect">
            <a:avLst/>
          </a:prstGeom>
          <a:ln w="0">
            <a:noFill/>
          </a:ln>
        </p:spPr>
      </p:pic>
      <p:pic>
        <p:nvPicPr>
          <p:cNvPr id="77" name="Рисунок 6" descr=""/>
          <p:cNvPicPr/>
          <p:nvPr/>
        </p:nvPicPr>
        <p:blipFill>
          <a:blip r:embed="rId2"/>
          <a:stretch/>
        </p:blipFill>
        <p:spPr>
          <a:xfrm>
            <a:off x="6385680" y="1690560"/>
            <a:ext cx="4436640" cy="4549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4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 </a:t>
            </a: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Добавить файл в репозиторий – открыть страницу репозитория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79" name="Объект 4" descr=""/>
          <p:cNvPicPr/>
          <p:nvPr/>
        </p:nvPicPr>
        <p:blipFill>
          <a:blip r:embed="rId1"/>
          <a:stretch/>
        </p:blipFill>
        <p:spPr>
          <a:xfrm>
            <a:off x="738000" y="1690560"/>
            <a:ext cx="10515240" cy="2628720"/>
          </a:xfrm>
          <a:prstGeom prst="rect">
            <a:avLst/>
          </a:prstGeom>
          <a:ln w="0">
            <a:noFill/>
          </a:ln>
        </p:spPr>
      </p:pic>
      <p:pic>
        <p:nvPicPr>
          <p:cNvPr id="80" name="Рисунок 7" descr=""/>
          <p:cNvPicPr/>
          <p:nvPr/>
        </p:nvPicPr>
        <p:blipFill>
          <a:blip r:embed="rId2"/>
          <a:stretch/>
        </p:blipFill>
        <p:spPr>
          <a:xfrm>
            <a:off x="3962520" y="5529600"/>
            <a:ext cx="2133360" cy="583920"/>
          </a:xfrm>
          <a:prstGeom prst="rect">
            <a:avLst/>
          </a:prstGeom>
          <a:ln w="0">
            <a:noFill/>
          </a:ln>
        </p:spPr>
      </p:pic>
      <p:sp>
        <p:nvSpPr>
          <p:cNvPr id="81" name="Заголовок 1"/>
          <p:cNvSpPr/>
          <p:nvPr/>
        </p:nvSpPr>
        <p:spPr>
          <a:xfrm>
            <a:off x="637560" y="4108320"/>
            <a:ext cx="10515240" cy="13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90000"/>
              </a:lnSpc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5 На странице репозитория нажать на ссылку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6 Из Вашей домашней папки загрузить презентацию СетьВводный.p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ptx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83" name="Объект 4" descr=""/>
          <p:cNvPicPr/>
          <p:nvPr/>
        </p:nvPicPr>
        <p:blipFill>
          <a:blip r:embed="rId1"/>
          <a:stretch/>
        </p:blipFill>
        <p:spPr>
          <a:xfrm>
            <a:off x="838080" y="1594080"/>
            <a:ext cx="10515240" cy="4279320"/>
          </a:xfrm>
          <a:prstGeom prst="rect">
            <a:avLst/>
          </a:prstGeom>
          <a:ln w="0">
            <a:noFill/>
          </a:ln>
        </p:spPr>
      </p:pic>
      <p:sp>
        <p:nvSpPr>
          <p:cNvPr id="84" name="Заголовок 1"/>
          <p:cNvSpPr/>
          <p:nvPr/>
        </p:nvSpPr>
        <p:spPr>
          <a:xfrm>
            <a:off x="838080" y="6066360"/>
            <a:ext cx="10515240" cy="79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90000"/>
              </a:lnSpc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7 </a:t>
            </a: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Нажать 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Commit Changes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8 Д</a:t>
            </a: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олжно получиться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86" name="Объект 5" descr=""/>
          <p:cNvPicPr/>
          <p:nvPr/>
        </p:nvPicPr>
        <p:blipFill>
          <a:blip r:embed="rId1"/>
          <a:stretch/>
        </p:blipFill>
        <p:spPr>
          <a:xfrm>
            <a:off x="1631520" y="1825560"/>
            <a:ext cx="8928720" cy="4350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9</a:t>
            </a: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 Нажать A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dd file и</a:t>
            </a: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 добавить код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89" name="Рисунок 4" descr=""/>
          <p:cNvPicPr/>
          <p:nvPr/>
        </p:nvPicPr>
        <p:blipFill>
          <a:blip r:embed="rId1"/>
          <a:stretch/>
        </p:blipFill>
        <p:spPr>
          <a:xfrm>
            <a:off x="1014840" y="1825560"/>
            <a:ext cx="8940240" cy="2918880"/>
          </a:xfrm>
          <a:prstGeom prst="rect">
            <a:avLst/>
          </a:prstGeom>
          <a:ln w="0">
            <a:noFill/>
          </a:ln>
        </p:spPr>
      </p:pic>
      <p:sp>
        <p:nvSpPr>
          <p:cNvPr id="90" name="Заголовок 1"/>
          <p:cNvSpPr/>
          <p:nvPr/>
        </p:nvSpPr>
        <p:spPr>
          <a:xfrm>
            <a:off x="912600" y="4745160"/>
            <a:ext cx="10515240" cy="72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 fontScale="79329"/>
          </a:bodyPr>
          <a:p>
            <a:pPr defTabSz="914400">
              <a:lnSpc>
                <a:spcPct val="90000"/>
              </a:lnSpc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10 Вместо 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Name your file </a:t>
            </a: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ввести i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ndex.html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Заголовок 1"/>
          <p:cNvSpPr/>
          <p:nvPr/>
        </p:nvSpPr>
        <p:spPr>
          <a:xfrm>
            <a:off x="912600" y="5202720"/>
            <a:ext cx="10515240" cy="13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90000"/>
              </a:lnSpc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11</a:t>
            </a: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 Нажать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 Commit changes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12</a:t>
            </a: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 Превращаем репозиторий в сайт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Нажимаем на вкладку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Settings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Выбираем слева P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ages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94" name="Объект 4" descr=""/>
          <p:cNvPicPr/>
          <p:nvPr/>
        </p:nvPicPr>
        <p:blipFill>
          <a:blip r:embed="rId1"/>
          <a:stretch/>
        </p:blipFill>
        <p:spPr>
          <a:xfrm>
            <a:off x="838080" y="2304000"/>
            <a:ext cx="10515240" cy="2628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13 У</a:t>
            </a: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станавливаем как на картинке ниже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96" name="Объект 4" descr=""/>
          <p:cNvPicPr/>
          <p:nvPr/>
        </p:nvPicPr>
        <p:blipFill>
          <a:blip r:embed="rId1"/>
          <a:stretch/>
        </p:blipFill>
        <p:spPr>
          <a:xfrm>
            <a:off x="1026360" y="1825560"/>
            <a:ext cx="10138680" cy="4350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14 </a:t>
            </a: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Нажимаем на 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Visit site</a:t>
            </a: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 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Получаем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99" name="Рисунок 6" descr=""/>
          <p:cNvPicPr/>
          <p:nvPr/>
        </p:nvPicPr>
        <p:blipFill>
          <a:blip r:embed="rId1"/>
          <a:stretch/>
        </p:blipFill>
        <p:spPr>
          <a:xfrm>
            <a:off x="838080" y="2359800"/>
            <a:ext cx="10929600" cy="1068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15 </a:t>
            </a: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Отредактируйте файл i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ndex.html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16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Нажмите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Commite Changes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17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Снова нажмите C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ommite Changes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02" name="Рисунок 4" descr=""/>
          <p:cNvPicPr/>
          <p:nvPr/>
        </p:nvPicPr>
        <p:blipFill>
          <a:blip r:embed="rId1"/>
          <a:stretch/>
        </p:blipFill>
        <p:spPr>
          <a:xfrm>
            <a:off x="838080" y="1690560"/>
            <a:ext cx="8886240" cy="2776320"/>
          </a:xfrm>
          <a:prstGeom prst="rect">
            <a:avLst/>
          </a:prstGeom>
          <a:ln w="0">
            <a:noFill/>
          </a:ln>
        </p:spPr>
      </p:pic>
      <p:pic>
        <p:nvPicPr>
          <p:cNvPr id="103" name="Рисунок 6" descr=""/>
          <p:cNvPicPr/>
          <p:nvPr/>
        </p:nvPicPr>
        <p:blipFill>
          <a:blip r:embed="rId2"/>
          <a:stretch/>
        </p:blipFill>
        <p:spPr>
          <a:xfrm>
            <a:off x="9129240" y="3879360"/>
            <a:ext cx="2819520" cy="2885400"/>
          </a:xfrm>
          <a:prstGeom prst="rect">
            <a:avLst/>
          </a:prstGeom>
          <a:ln w="0">
            <a:noFill/>
          </a:ln>
        </p:spPr>
      </p:pic>
      <p:sp>
        <p:nvSpPr>
          <p:cNvPr id="104" name="Стрелка вправо 7"/>
          <p:cNvSpPr/>
          <p:nvPr/>
        </p:nvSpPr>
        <p:spPr>
          <a:xfrm>
            <a:off x="6561360" y="5560560"/>
            <a:ext cx="2567520" cy="1479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472c4"/>
          </a:solid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9160" bIns="2916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7285" lnSpcReduction="20000"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18 И</a:t>
            </a: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зменения наступят не сразу – подождите до 5 минут и снова откройте сайт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Получилось увидеть две ссылки на файлы с русским и английским названием?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С русским названием в имени ссылка не будет работать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.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15 </a:t>
            </a: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Добавьте </a:t>
            </a:r>
            <a:r>
              <a:rPr b="1" lang="ru-RU" sz="4400" spc="-1" strike="noStrike">
                <a:solidFill>
                  <a:srgbClr val="c00000"/>
                </a:solidFill>
                <a:latin typeface="Calibri Light"/>
              </a:rPr>
              <a:t>одного</a:t>
            </a: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 пользователя к своему проекту для совместной работы в облаке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83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Нажимаете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Add people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и добавляете имя пользователя с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GitHub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(не адрес электронной почты 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09" name="Рисунок 4" descr=""/>
          <p:cNvPicPr/>
          <p:nvPr/>
        </p:nvPicPr>
        <p:blipFill>
          <a:blip r:embed="rId1"/>
          <a:stretch/>
        </p:blipFill>
        <p:spPr>
          <a:xfrm>
            <a:off x="949320" y="2818080"/>
            <a:ext cx="7772040" cy="3674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16 Партнер подключается к Вашему сайту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Создает строку в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index.html –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это общий сайт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536</TotalTime>
  <Application>LibreOffice/7.6.7.2$Linux_X86_64 LibreOffice_project/60$Build-2</Application>
  <AppVersion>15.0000</AppVersion>
  <Words>256</Words>
  <Paragraphs>49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2025-11-16T06:58:14Z</dcterms:created>
  <dc:creator>Елена Демидова</dc:creator>
  <dc:description/>
  <dc:language>ru-RU</dc:language>
  <cp:lastModifiedBy/>
  <dcterms:modified xsi:type="dcterms:W3CDTF">2025-12-01T12:51:08Z</dcterms:modified>
  <cp:revision>43</cp:revision>
  <dc:subject/>
  <dc:title>Создаем свой сайт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Широкоэкранный</vt:lpwstr>
  </property>
  <property fmtid="{D5CDD505-2E9C-101B-9397-08002B2CF9AE}" pid="3" name="Slides">
    <vt:i4>15</vt:i4>
  </property>
</Properties>
</file>